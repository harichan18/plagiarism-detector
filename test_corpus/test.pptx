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Academic Plagiarism Analysis</a:t>
            </a:r>
          </a:p>
          <a:p>
            <a:r>
              <a:t>Plagiarism detection algorithms play an indispensable role in maintaining academic integrity and intellectual honesty.</a:t>
            </a:r>
          </a:p>
          <a:p>
            <a:r>
              <a:t>By employing robust string matching techniques such as the Knuth-Morris-Pratt and Rabin-Karp algorithms, modern systems can efficiently locate exact phrase duplicates across extensive document corpora.</a:t>
            </a:r>
          </a:p>
          <a:p>
            <a:r>
              <a:t>Furthermore, hash tables enable constant-time lookups for token frequencies, which allows precise calculation of vocabulary overlap and sentence-level similarity scores.</a:t>
            </a:r>
          </a:p>
          <a:p>
            <a:r>
              <a:t>Finally, merge sort algorithms provide deterministic O(N log N) ranking to order multiple candidate submissions based on their computed similarity percentages.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